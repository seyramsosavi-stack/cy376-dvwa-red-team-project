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344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61219"/>
            <a:ext cx="82296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52560" y="502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4229" y="8001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POST-ENGAGEMENT DEBRIEF AND</a:t>
            </a:r>
            <a:endParaRPr lang="en-US" sz="3800" dirty="0"/>
          </a:p>
          <a:p>
            <a:pPr marL="0" indent="0" algn="l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TRACKING REPORT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76119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Engagement Against a Vulnerable Web Application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Damian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Seyram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Sosavi   |   Index: FCM.41.018.243.23   |   CY376   | 4</a:t>
            </a:r>
            <a:r>
              <a:rPr lang="en-US" sz="1300" baseline="30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Objective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868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security assessments stop at finding vulnerabilities. The report gets written, the list gets handed over, and nothing forces anyone to actually fix it — or prove it's fixed.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37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3796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lab engagement and show, step by step, how raw findings become a structured post-engagement debrief and a remediation tracking framework — one with real owners and real deadlines.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Setup — Architecture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371600"/>
            <a:ext cx="9784080" cy="5056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Tools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813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40280" y="1600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377440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0" y="14813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377440" y="1783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69080" y="1600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06240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206240" y="14813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206240" y="1783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97880" y="1600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035040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C1121F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14813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035040" y="1783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26680" y="1600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863840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C1121F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0" y="14813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863840" y="1783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555480" y="1600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692640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C1121F"/>
          </a:solidFill>
          <a:ln/>
        </p:spPr>
      </p:sp>
      <p:sp>
        <p:nvSpPr>
          <p:cNvPr id="25" name="Text 22"/>
          <p:cNvSpPr/>
          <p:nvPr/>
        </p:nvSpPr>
        <p:spPr>
          <a:xfrm>
            <a:off x="9692640" y="14813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692640" y="1783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34640"/>
            <a:ext cx="384048" cy="3840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3444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Containerisation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206240" y="2788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vulnerables/web-dvwa image, isolated on the local loopback interface — nothing leaves the host.</a:t>
            </a:r>
            <a:endParaRPr lang="en-US" sz="135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94760"/>
            <a:ext cx="384048" cy="3840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34440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Level: Low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4206240" y="3749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disables DVWA's built-in filtering to expose each vulnerability class in its rawest, most demonstrable form.</a:t>
            </a:r>
            <a:endParaRPr lang="en-US" sz="13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754880"/>
            <a:ext cx="384048" cy="38404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234440" y="4709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Exploitation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4206240" y="4709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built incrementally from a known-good baseline, one variable changed at a time, then re-validated for repeatability.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SQL Injection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9966960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sp>
        <p:nvSpPr>
          <p:cNvPr id="5" name="Text 2"/>
          <p:cNvSpPr/>
          <p:nvPr/>
        </p:nvSpPr>
        <p:spPr>
          <a:xfrm>
            <a:off x="9966960" y="5212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71600"/>
            <a:ext cx="5852160" cy="41422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298448"/>
            <a:ext cx="5852160" cy="4288536"/>
          </a:xfrm>
          <a:prstGeom prst="roundRect">
            <a:avLst>
              <a:gd name="adj" fmla="val 1066"/>
            </a:avLst>
          </a:prstGeom>
          <a:ln w="19050">
            <a:solidFill>
              <a:srgbClr val="D1D5D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766560" y="1463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1' UNION SELECT user, password FROM users -- -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766560" y="2606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username + password-hash dump for all 5 accounts.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766560" y="3749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parameterised queries; admin and smithy share an identical unsalted MD5 hash.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66560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+ salted adaptive hashing (bcrypt/Argon2). Owner: Dev/DB Team. Due: 3 days.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OS Command Injection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9966960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sp>
        <p:nvSpPr>
          <p:cNvPr id="5" name="Text 2"/>
          <p:cNvSpPr/>
          <p:nvPr/>
        </p:nvSpPr>
        <p:spPr>
          <a:xfrm>
            <a:off x="9966960" y="5212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71600"/>
            <a:ext cx="5852160" cy="19385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298448"/>
            <a:ext cx="5852160" cy="2084832"/>
          </a:xfrm>
          <a:prstGeom prst="roundRect">
            <a:avLst>
              <a:gd name="adj" fmla="val 2193"/>
            </a:avLst>
          </a:prstGeom>
          <a:ln w="19050">
            <a:solidFill>
              <a:srgbClr val="D1D5D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766560" y="1463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&amp;&amp; whoami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766560" y="2606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output followed by www-data — a second, injected command executed.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766560" y="3749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passed straight into a shell call, no sanitisation or allow-list.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66560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direct shell invocation; use safe APIs or strict allow-listing. Owner: Dev Team. Due: 3 days.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No Account Lockout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9966960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3B23C"/>
          </a:solidFill>
          <a:ln/>
        </p:spPr>
      </p:sp>
      <p:sp>
        <p:nvSpPr>
          <p:cNvPr id="5" name="Text 2"/>
          <p:cNvSpPr/>
          <p:nvPr/>
        </p:nvSpPr>
        <p:spPr>
          <a:xfrm>
            <a:off x="9966960" y="5212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71600"/>
            <a:ext cx="5486400" cy="36210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298448"/>
            <a:ext cx="5486400" cy="3767328"/>
          </a:xfrm>
          <a:prstGeom prst="roundRect">
            <a:avLst>
              <a:gd name="adj" fmla="val 1214"/>
            </a:avLst>
          </a:prstGeom>
          <a:ln w="19050">
            <a:solidFill>
              <a:srgbClr val="D1D5D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0" y="14630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password, then a correct one — both sent as plain GET requests.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400800" y="26060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lockout, delay, or CAPTCHA at any point; credentials visible in the URL.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0" y="37490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attempt counting; authentication handled over GET, not POST.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400800" y="48920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4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Lockout/back-off + switch to POST + CAPTCHA. Owner: Security/Dev Team. Due: 7 days.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Tracking Framework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only matters once it has an owner, a deadline, and a verified close.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0515600" cy="2377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Dev/DB Team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Account Lockout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Security/Dev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&amp; Closure:  Open  →  In Progress  →  Mitigated  →  Retest Pending  →  Closed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only once retesting confirms the fix holds under the original test conditions.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68680" y="1901952"/>
            <a:ext cx="731520" cy="7315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9019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28800" y="171907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code, not just the symptom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17627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queries, salted adaptive hashing, and safe API alternatives to shell calls — all three findings trace back to unvalidated input.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502152"/>
            <a:ext cx="731520" cy="73152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5021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828800" y="331927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compensating control now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828800" y="377647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WAF or reverse proxy with basic input filtering buys time while code-level fixes are implemented.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5102352"/>
            <a:ext cx="731520" cy="7315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1023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828800" y="491947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failures visible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828800" y="537667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Centralised, alertable logging so repeated failed logins or unusual SQL syntax trigger an alert instead of sitting unread in a log file.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vulnerability isn't the win.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remediation is.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findings, three owners, three deadlines — and a retest workflow that closes the loop DVWA itself never enforces.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635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Damian Sosavi</cp:lastModifiedBy>
  <cp:revision>2</cp:revision>
  <dcterms:created xsi:type="dcterms:W3CDTF">2026-08-02T18:14:54Z</dcterms:created>
  <dcterms:modified xsi:type="dcterms:W3CDTF">2026-08-03T00:03:39Z</dcterms:modified>
</cp:coreProperties>
</file>